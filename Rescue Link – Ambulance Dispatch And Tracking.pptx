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7"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827CCD-FFE2-4C64-9399-A019212D294D}" v="8" dt="2026-06-18T16:31:39.4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15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rrapragadacharansai@gmail.com" userId="bba79a417b21d977" providerId="LiveId" clId="{E76A2F6D-56AF-4C3F-89E4-D17684D15B2C}"/>
    <pc:docChg chg="custSel addSld delSld modSld sldOrd">
      <pc:chgData name="yerrapragadacharansai@gmail.com" userId="bba79a417b21d977" providerId="LiveId" clId="{E76A2F6D-56AF-4C3F-89E4-D17684D15B2C}" dt="2026-06-18T16:31:39.497" v="197"/>
      <pc:docMkLst>
        <pc:docMk/>
      </pc:docMkLst>
      <pc:sldChg chg="modSp mod">
        <pc:chgData name="yerrapragadacharansai@gmail.com" userId="bba79a417b21d977" providerId="LiveId" clId="{E76A2F6D-56AF-4C3F-89E4-D17684D15B2C}" dt="2026-06-18T16:31:39.497" v="197"/>
        <pc:sldMkLst>
          <pc:docMk/>
          <pc:sldMk cId="1000142830" sldId="262"/>
        </pc:sldMkLst>
        <pc:spChg chg="mod">
          <ac:chgData name="yerrapragadacharansai@gmail.com" userId="bba79a417b21d977" providerId="LiveId" clId="{E76A2F6D-56AF-4C3F-89E4-D17684D15B2C}" dt="2026-06-18T16:31:39.497" v="197"/>
          <ac:spMkLst>
            <pc:docMk/>
            <pc:sldMk cId="1000142830" sldId="262"/>
            <ac:spMk id="3" creationId="{AB8EE932-681C-D3BF-8312-A149C3F65FFC}"/>
          </ac:spMkLst>
        </pc:spChg>
      </pc:sldChg>
      <pc:sldChg chg="ord">
        <pc:chgData name="yerrapragadacharansai@gmail.com" userId="bba79a417b21d977" providerId="LiveId" clId="{E76A2F6D-56AF-4C3F-89E4-D17684D15B2C}" dt="2026-06-18T16:26:59.306" v="22"/>
        <pc:sldMkLst>
          <pc:docMk/>
          <pc:sldMk cId="3111607205" sldId="266"/>
        </pc:sldMkLst>
      </pc:sldChg>
      <pc:sldChg chg="modSp new del mod">
        <pc:chgData name="yerrapragadacharansai@gmail.com" userId="bba79a417b21d977" providerId="LiveId" clId="{E76A2F6D-56AF-4C3F-89E4-D17684D15B2C}" dt="2026-06-18T16:26:52.358" v="20" actId="2696"/>
        <pc:sldMkLst>
          <pc:docMk/>
          <pc:sldMk cId="326220689" sldId="267"/>
        </pc:sldMkLst>
        <pc:spChg chg="mod">
          <ac:chgData name="yerrapragadacharansai@gmail.com" userId="bba79a417b21d977" providerId="LiveId" clId="{E76A2F6D-56AF-4C3F-89E4-D17684D15B2C}" dt="2026-06-18T16:25:20.188" v="19" actId="27636"/>
          <ac:spMkLst>
            <pc:docMk/>
            <pc:sldMk cId="326220689" sldId="267"/>
            <ac:spMk id="2" creationId="{594C2753-914F-D416-48C0-E9A0EC99CB19}"/>
          </ac:spMkLst>
        </pc:spChg>
      </pc:sldChg>
      <pc:sldChg chg="new del">
        <pc:chgData name="yerrapragadacharansai@gmail.com" userId="bba79a417b21d977" providerId="LiveId" clId="{E76A2F6D-56AF-4C3F-89E4-D17684D15B2C}" dt="2026-06-18T16:24:53.877" v="1" actId="2696"/>
        <pc:sldMkLst>
          <pc:docMk/>
          <pc:sldMk cId="1159156590" sldId="267"/>
        </pc:sldMkLst>
      </pc:sldChg>
      <pc:sldChg chg="modSp new mod">
        <pc:chgData name="yerrapragadacharansai@gmail.com" userId="bba79a417b21d977" providerId="LiveId" clId="{E76A2F6D-56AF-4C3F-89E4-D17684D15B2C}" dt="2026-06-18T16:28:11.014" v="60" actId="20577"/>
        <pc:sldMkLst>
          <pc:docMk/>
          <pc:sldMk cId="3819168238" sldId="267"/>
        </pc:sldMkLst>
        <pc:spChg chg="mod">
          <ac:chgData name="yerrapragadacharansai@gmail.com" userId="bba79a417b21d977" providerId="LiveId" clId="{E76A2F6D-56AF-4C3F-89E4-D17684D15B2C}" dt="2026-06-18T16:27:17.631" v="44" actId="20577"/>
          <ac:spMkLst>
            <pc:docMk/>
            <pc:sldMk cId="3819168238" sldId="267"/>
            <ac:spMk id="2" creationId="{BD511CA9-C2F7-194E-E952-2E221977DE13}"/>
          </ac:spMkLst>
        </pc:spChg>
        <pc:spChg chg="mod">
          <ac:chgData name="yerrapragadacharansai@gmail.com" userId="bba79a417b21d977" providerId="LiveId" clId="{E76A2F6D-56AF-4C3F-89E4-D17684D15B2C}" dt="2026-06-18T16:28:11.014" v="60" actId="20577"/>
          <ac:spMkLst>
            <pc:docMk/>
            <pc:sldMk cId="3819168238" sldId="267"/>
            <ac:spMk id="3" creationId="{370FEE27-054F-1B75-ECE7-59F3B5BDF0A4}"/>
          </ac:spMkLst>
        </pc:spChg>
      </pc:sldChg>
      <pc:sldChg chg="add del">
        <pc:chgData name="yerrapragadacharansai@gmail.com" userId="bba79a417b21d977" providerId="LiveId" clId="{E76A2F6D-56AF-4C3F-89E4-D17684D15B2C}" dt="2026-06-18T16:25:16.983" v="17" actId="2696"/>
        <pc:sldMkLst>
          <pc:docMk/>
          <pc:sldMk cId="4184012547"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F5A8E6-D4D5-4F7B-BF88-EA59703238AA}"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484430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F5A8E6-D4D5-4F7B-BF88-EA59703238AA}"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3945772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F5A8E6-D4D5-4F7B-BF88-EA59703238AA}"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3416488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F5A8E6-D4D5-4F7B-BF88-EA59703238AA}"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2160189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F5A8E6-D4D5-4F7B-BF88-EA59703238AA}" type="datetimeFigureOut">
              <a:rPr lang="en-IN" smtClean="0"/>
              <a:t>18-06-2026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1402566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F5A8E6-D4D5-4F7B-BF88-EA59703238AA}" type="datetimeFigureOut">
              <a:rPr lang="en-IN" smtClean="0"/>
              <a:t>18-06-2026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422425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F5A8E6-D4D5-4F7B-BF88-EA59703238AA}" type="datetimeFigureOut">
              <a:rPr lang="en-IN" smtClean="0"/>
              <a:t>18-06-2026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401903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F5A8E6-D4D5-4F7B-BF88-EA59703238AA}"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181921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F5A8E6-D4D5-4F7B-BF88-EA59703238AA}"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1940215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F5A8E6-D4D5-4F7B-BF88-EA59703238AA}"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569049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F5A8E6-D4D5-4F7B-BF88-EA59703238AA}"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43C89C5-4B32-40E2-B178-924E0E97F1B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58875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5F5A8E6-D4D5-4F7B-BF88-EA59703238AA}"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2250488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5F5A8E6-D4D5-4F7B-BF88-EA59703238AA}"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43C89C5-4B32-40E2-B178-924E0E97F1B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323061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5F5A8E6-D4D5-4F7B-BF88-EA59703238AA}" type="datetimeFigureOut">
              <a:rPr lang="en-IN" smtClean="0"/>
              <a:t>18-06-2026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286640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F5A8E6-D4D5-4F7B-BF88-EA59703238AA}"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3365907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F5A8E6-D4D5-4F7B-BF88-EA59703238AA}" type="datetimeFigureOut">
              <a:rPr lang="en-IN" smtClean="0"/>
              <a:t>18-06-2026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43C89C5-4B32-40E2-B178-924E0E97F1B7}" type="slidenum">
              <a:rPr lang="en-IN" smtClean="0"/>
              <a:t>‹#›</a:t>
            </a:fld>
            <a:endParaRPr lang="en-IN"/>
          </a:p>
        </p:txBody>
      </p:sp>
    </p:spTree>
    <p:extLst>
      <p:ext uri="{BB962C8B-B14F-4D97-AF65-F5344CB8AC3E}">
        <p14:creationId xmlns:p14="http://schemas.microsoft.com/office/powerpoint/2010/main" val="2772777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5F5A8E6-D4D5-4F7B-BF88-EA59703238AA}" type="datetimeFigureOut">
              <a:rPr lang="en-IN" smtClean="0"/>
              <a:t>18-06-2026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43C89C5-4B32-40E2-B178-924E0E97F1B7}" type="slidenum">
              <a:rPr lang="en-IN" smtClean="0"/>
              <a:t>‹#›</a:t>
            </a:fld>
            <a:endParaRPr lang="en-IN"/>
          </a:p>
        </p:txBody>
      </p:sp>
    </p:spTree>
    <p:extLst>
      <p:ext uri="{BB962C8B-B14F-4D97-AF65-F5344CB8AC3E}">
        <p14:creationId xmlns:p14="http://schemas.microsoft.com/office/powerpoint/2010/main" val="1852993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34A2-B178-C8BF-E558-E07A651F9A6A}"/>
              </a:ext>
            </a:extLst>
          </p:cNvPr>
          <p:cNvSpPr>
            <a:spLocks noGrp="1"/>
          </p:cNvSpPr>
          <p:nvPr>
            <p:ph type="ctrTitle"/>
          </p:nvPr>
        </p:nvSpPr>
        <p:spPr>
          <a:xfrm>
            <a:off x="2589213" y="2514601"/>
            <a:ext cx="8915399" cy="438462"/>
          </a:xfrm>
        </p:spPr>
        <p:txBody>
          <a:bodyPr>
            <a:normAutofit fontScale="90000"/>
          </a:bodyPr>
          <a:lstStyle/>
          <a:p>
            <a:pPr algn="ctr"/>
            <a:r>
              <a:rPr lang="en-US" sz="3200" dirty="0"/>
              <a:t>Rescue Link – Ambulance Dispatch And Tracking</a:t>
            </a:r>
            <a:endParaRPr lang="en-IN" sz="3200" dirty="0"/>
          </a:p>
        </p:txBody>
      </p:sp>
      <p:sp>
        <p:nvSpPr>
          <p:cNvPr id="3" name="Subtitle 2">
            <a:extLst>
              <a:ext uri="{FF2B5EF4-FFF2-40B4-BE49-F238E27FC236}">
                <a16:creationId xmlns:a16="http://schemas.microsoft.com/office/drawing/2014/main" id="{594B89CB-F034-C9D5-CB37-A25981436F19}"/>
              </a:ext>
            </a:extLst>
          </p:cNvPr>
          <p:cNvSpPr>
            <a:spLocks noGrp="1"/>
          </p:cNvSpPr>
          <p:nvPr>
            <p:ph type="subTitle" idx="1"/>
          </p:nvPr>
        </p:nvSpPr>
        <p:spPr>
          <a:xfrm>
            <a:off x="2589213" y="3904939"/>
            <a:ext cx="8915399" cy="1998724"/>
          </a:xfrm>
        </p:spPr>
        <p:txBody>
          <a:bodyPr>
            <a:normAutofit fontScale="92500" lnSpcReduction="20000"/>
          </a:bodyPr>
          <a:lstStyle/>
          <a:p>
            <a:pPr algn="r"/>
            <a:r>
              <a:rPr lang="en-US" dirty="0"/>
              <a:t>   Name: Y. Charan Sai(2520030173)</a:t>
            </a:r>
          </a:p>
          <a:p>
            <a:pPr algn="r"/>
            <a:r>
              <a:rPr lang="en-US" dirty="0"/>
              <a:t>G.B </a:t>
            </a:r>
            <a:r>
              <a:rPr lang="en-US" dirty="0" err="1"/>
              <a:t>Vedaditya</a:t>
            </a:r>
            <a:r>
              <a:rPr lang="en-US" dirty="0"/>
              <a:t>()</a:t>
            </a:r>
          </a:p>
          <a:p>
            <a:pPr algn="r"/>
            <a:r>
              <a:rPr lang="en-US" dirty="0"/>
              <a:t>Guide Name: Dr. </a:t>
            </a:r>
            <a:r>
              <a:rPr lang="en-US" dirty="0" err="1"/>
              <a:t>NirmalaJyothi</a:t>
            </a:r>
            <a:endParaRPr lang="en-US" dirty="0"/>
          </a:p>
          <a:p>
            <a:pPr algn="ctr"/>
            <a:r>
              <a:rPr lang="en-US" dirty="0"/>
              <a:t>                                                                                 Section: 6</a:t>
            </a:r>
          </a:p>
          <a:p>
            <a:pPr algn="ctr"/>
            <a:r>
              <a:rPr lang="en-US" dirty="0"/>
              <a:t>                         </a:t>
            </a:r>
          </a:p>
          <a:p>
            <a:pPr algn="ctr"/>
            <a:r>
              <a:rPr lang="en-US" dirty="0"/>
              <a:t>                    </a:t>
            </a:r>
          </a:p>
          <a:p>
            <a:pPr algn="r"/>
            <a:endParaRPr lang="en-US" dirty="0"/>
          </a:p>
          <a:p>
            <a:pPr algn="r"/>
            <a:endParaRPr lang="en-US" dirty="0"/>
          </a:p>
        </p:txBody>
      </p:sp>
      <p:pic>
        <p:nvPicPr>
          <p:cNvPr id="4" name="Picture 3" descr="MAPS &amp; DIRECTIONS - Best Private University in Telangana &amp; Andhra Pradesh |  KLH Hyderabad">
            <a:extLst>
              <a:ext uri="{FF2B5EF4-FFF2-40B4-BE49-F238E27FC236}">
                <a16:creationId xmlns:a16="http://schemas.microsoft.com/office/drawing/2014/main" id="{EBAB2F15-C549-4BE4-A409-7E5217406498}"/>
              </a:ext>
            </a:extLst>
          </p:cNvPr>
          <p:cNvPicPr>
            <a:picLocks noChangeAspect="1"/>
          </p:cNvPicPr>
          <p:nvPr/>
        </p:nvPicPr>
        <p:blipFill>
          <a:blip r:embed="rId2"/>
          <a:stretch>
            <a:fillRect/>
          </a:stretch>
        </p:blipFill>
        <p:spPr>
          <a:xfrm>
            <a:off x="8874917" y="-622580"/>
            <a:ext cx="3192165" cy="2372684"/>
          </a:xfrm>
          <a:prstGeom prst="rect">
            <a:avLst/>
          </a:prstGeom>
        </p:spPr>
      </p:pic>
    </p:spTree>
    <p:extLst>
      <p:ext uri="{BB962C8B-B14F-4D97-AF65-F5344CB8AC3E}">
        <p14:creationId xmlns:p14="http://schemas.microsoft.com/office/powerpoint/2010/main" val="925312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51756-5E91-86F0-9C41-6C51124EE837}"/>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1F574F38-16A5-6D23-DA59-5E077599F3F8}"/>
              </a:ext>
            </a:extLst>
          </p:cNvPr>
          <p:cNvSpPr>
            <a:spLocks noGrp="1"/>
          </p:cNvSpPr>
          <p:nvPr>
            <p:ph idx="1"/>
          </p:nvPr>
        </p:nvSpPr>
        <p:spPr/>
        <p:txBody>
          <a:bodyPr/>
          <a:lstStyle/>
          <a:p>
            <a:pPr marL="0" indent="0">
              <a:buNone/>
            </a:pPr>
            <a:r>
              <a:rPr lang="en-US" sz="2000" dirty="0"/>
              <a:t>Emergency response services often face challenges in managing ambulance operations efficiently. Manual allocation of ambulances and crew members can lead to delays, poor coordination, and difficulty in tracking emergency incidents. Additionally, the lack of a centralized system makes it harder to monitor vehicle availability, manage emergency requests, and maintain incident records. These issues can negatively impact response times during critical situations. Therefore, there is a need for a centralized Ambulance Dispatch &amp; Tracking System that can efficiently manage ambulance allocation, crew assignments, incident tracking, and real-time status monitoring to improve emergency healthcare services</a:t>
            </a:r>
            <a:r>
              <a:rPr lang="en-US" dirty="0"/>
              <a:t>.</a:t>
            </a:r>
            <a:endParaRPr lang="en-IN" dirty="0"/>
          </a:p>
        </p:txBody>
      </p:sp>
    </p:spTree>
    <p:extLst>
      <p:ext uri="{BB962C8B-B14F-4D97-AF65-F5344CB8AC3E}">
        <p14:creationId xmlns:p14="http://schemas.microsoft.com/office/powerpoint/2010/main" val="252902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7A0BA-6912-3B98-E29B-E4A36C439DE1}"/>
              </a:ext>
            </a:extLst>
          </p:cNvPr>
          <p:cNvSpPr>
            <a:spLocks noGrp="1"/>
          </p:cNvSpPr>
          <p:nvPr>
            <p:ph type="title"/>
          </p:nvPr>
        </p:nvSpPr>
        <p:spPr/>
        <p:txBody>
          <a:bodyPr/>
          <a:lstStyle/>
          <a:p>
            <a:r>
              <a:rPr lang="en-US" dirty="0"/>
              <a:t>Proposed Solution</a:t>
            </a:r>
            <a:endParaRPr lang="en-IN" dirty="0"/>
          </a:p>
        </p:txBody>
      </p:sp>
      <p:sp>
        <p:nvSpPr>
          <p:cNvPr id="3" name="Content Placeholder 2">
            <a:extLst>
              <a:ext uri="{FF2B5EF4-FFF2-40B4-BE49-F238E27FC236}">
                <a16:creationId xmlns:a16="http://schemas.microsoft.com/office/drawing/2014/main" id="{D2AE008C-32CA-6680-6529-51520EAD6337}"/>
              </a:ext>
            </a:extLst>
          </p:cNvPr>
          <p:cNvSpPr>
            <a:spLocks noGrp="1"/>
          </p:cNvSpPr>
          <p:nvPr>
            <p:ph idx="1"/>
          </p:nvPr>
        </p:nvSpPr>
        <p:spPr/>
        <p:txBody>
          <a:bodyPr>
            <a:normAutofit/>
          </a:bodyPr>
          <a:lstStyle/>
          <a:p>
            <a:pPr marL="0" indent="0">
              <a:buNone/>
            </a:pPr>
            <a:r>
              <a:rPr lang="en-US" sz="2000" dirty="0"/>
              <a:t>To overcome the limitations of manual ambulance management, Rescue Link – Ambulance Dispatch &amp; Tracking System is proposed as a centralized web-based platform. The system enables emergency operators to quickly register incidents, allocate available ambulances, assign medical crews, and monitor the progress of emergency responses in real time. It also maintains detailed incident records, fleet information, and crew assignments through an interactive dashboard. By automating key dispatch operations, the system improves coordination, reduces response delays, and enhances the overall efficiency of emergency medical services.</a:t>
            </a:r>
            <a:endParaRPr lang="en-IN" sz="2000" dirty="0"/>
          </a:p>
        </p:txBody>
      </p:sp>
    </p:spTree>
    <p:extLst>
      <p:ext uri="{BB962C8B-B14F-4D97-AF65-F5344CB8AC3E}">
        <p14:creationId xmlns:p14="http://schemas.microsoft.com/office/powerpoint/2010/main" val="284819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757C0-75E8-30D5-BDDB-DDE6B8D85F5B}"/>
              </a:ext>
            </a:extLst>
          </p:cNvPr>
          <p:cNvSpPr>
            <a:spLocks noGrp="1"/>
          </p:cNvSpPr>
          <p:nvPr>
            <p:ph type="title"/>
          </p:nvPr>
        </p:nvSpPr>
        <p:spPr/>
        <p:txBody>
          <a:bodyPr/>
          <a:lstStyle/>
          <a:p>
            <a:r>
              <a:rPr lang="en-US" dirty="0"/>
              <a:t>Technologies used</a:t>
            </a:r>
            <a:endParaRPr lang="en-IN" dirty="0"/>
          </a:p>
        </p:txBody>
      </p:sp>
      <p:sp>
        <p:nvSpPr>
          <p:cNvPr id="3" name="Content Placeholder 2">
            <a:extLst>
              <a:ext uri="{FF2B5EF4-FFF2-40B4-BE49-F238E27FC236}">
                <a16:creationId xmlns:a16="http://schemas.microsoft.com/office/drawing/2014/main" id="{21CF167B-5D97-BDFB-6877-6A6E090A95D3}"/>
              </a:ext>
            </a:extLst>
          </p:cNvPr>
          <p:cNvSpPr>
            <a:spLocks noGrp="1"/>
          </p:cNvSpPr>
          <p:nvPr>
            <p:ph idx="1"/>
          </p:nvPr>
        </p:nvSpPr>
        <p:spPr/>
        <p:txBody>
          <a:bodyPr/>
          <a:lstStyle/>
          <a:p>
            <a:r>
              <a:rPr lang="en-US" dirty="0"/>
              <a:t>React.js</a:t>
            </a:r>
          </a:p>
          <a:p>
            <a:r>
              <a:rPr lang="en-US" dirty="0" err="1"/>
              <a:t>LocalStorage</a:t>
            </a:r>
            <a:endParaRPr lang="en-US" dirty="0"/>
          </a:p>
          <a:p>
            <a:r>
              <a:rPr lang="en-US" dirty="0"/>
              <a:t>Bootstrap</a:t>
            </a:r>
          </a:p>
          <a:p>
            <a:r>
              <a:rPr lang="en-US" dirty="0"/>
              <a:t>Html </a:t>
            </a:r>
          </a:p>
          <a:p>
            <a:r>
              <a:rPr lang="en-US" dirty="0"/>
              <a:t>JavaScript</a:t>
            </a:r>
          </a:p>
          <a:p>
            <a:r>
              <a:rPr lang="en-US" dirty="0"/>
              <a:t>Routers</a:t>
            </a:r>
            <a:endParaRPr lang="en-IN" dirty="0"/>
          </a:p>
        </p:txBody>
      </p:sp>
    </p:spTree>
    <p:extLst>
      <p:ext uri="{BB962C8B-B14F-4D97-AF65-F5344CB8AC3E}">
        <p14:creationId xmlns:p14="http://schemas.microsoft.com/office/powerpoint/2010/main" val="949240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6F8B-B3AA-0E5B-91D0-915F15FCCCF8}"/>
              </a:ext>
            </a:extLst>
          </p:cNvPr>
          <p:cNvSpPr>
            <a:spLocks noGrp="1"/>
          </p:cNvSpPr>
          <p:nvPr>
            <p:ph type="title"/>
          </p:nvPr>
        </p:nvSpPr>
        <p:spPr/>
        <p:txBody>
          <a:bodyPr/>
          <a:lstStyle/>
          <a:p>
            <a:r>
              <a:rPr lang="en-US" dirty="0"/>
              <a:t>System Architecture</a:t>
            </a:r>
            <a:endParaRPr lang="en-IN" dirty="0"/>
          </a:p>
        </p:txBody>
      </p:sp>
      <p:pic>
        <p:nvPicPr>
          <p:cNvPr id="3" name="Picture 2" descr="AI generated image">
            <a:extLst>
              <a:ext uri="{FF2B5EF4-FFF2-40B4-BE49-F238E27FC236}">
                <a16:creationId xmlns:a16="http://schemas.microsoft.com/office/drawing/2014/main" id="{C90B72AA-D6FB-6ABF-11B8-28AED5F1A533}"/>
              </a:ext>
            </a:extLst>
          </p:cNvPr>
          <p:cNvPicPr>
            <a:picLocks noChangeAspect="1"/>
          </p:cNvPicPr>
          <p:nvPr/>
        </p:nvPicPr>
        <p:blipFill>
          <a:blip r:embed="rId2"/>
          <a:stretch>
            <a:fillRect/>
          </a:stretch>
        </p:blipFill>
        <p:spPr>
          <a:xfrm>
            <a:off x="2003060" y="1524568"/>
            <a:ext cx="9140253" cy="4985593"/>
          </a:xfrm>
          <a:prstGeom prst="rect">
            <a:avLst/>
          </a:prstGeom>
        </p:spPr>
      </p:pic>
    </p:spTree>
    <p:extLst>
      <p:ext uri="{BB962C8B-B14F-4D97-AF65-F5344CB8AC3E}">
        <p14:creationId xmlns:p14="http://schemas.microsoft.com/office/powerpoint/2010/main" val="3883844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B4C5-D447-2206-A451-0EE883702C96}"/>
              </a:ext>
            </a:extLst>
          </p:cNvPr>
          <p:cNvSpPr>
            <a:spLocks noGrp="1"/>
          </p:cNvSpPr>
          <p:nvPr>
            <p:ph type="title"/>
          </p:nvPr>
        </p:nvSpPr>
        <p:spPr/>
        <p:txBody>
          <a:bodyPr/>
          <a:lstStyle/>
          <a:p>
            <a:r>
              <a:rPr lang="en-US" dirty="0"/>
              <a:t>Modules Implemented</a:t>
            </a:r>
            <a:endParaRPr lang="en-IN" dirty="0"/>
          </a:p>
        </p:txBody>
      </p:sp>
      <p:sp>
        <p:nvSpPr>
          <p:cNvPr id="3" name="Content Placeholder 2">
            <a:extLst>
              <a:ext uri="{FF2B5EF4-FFF2-40B4-BE49-F238E27FC236}">
                <a16:creationId xmlns:a16="http://schemas.microsoft.com/office/drawing/2014/main" id="{AB8EE932-681C-D3BF-8312-A149C3F65FFC}"/>
              </a:ext>
            </a:extLst>
          </p:cNvPr>
          <p:cNvSpPr>
            <a:spLocks noGrp="1"/>
          </p:cNvSpPr>
          <p:nvPr>
            <p:ph idx="1"/>
          </p:nvPr>
        </p:nvSpPr>
        <p:spPr>
          <a:xfrm>
            <a:off x="1543987" y="1905000"/>
            <a:ext cx="9960625" cy="4328890"/>
          </a:xfrm>
        </p:spPr>
        <p:txBody>
          <a:bodyPr/>
          <a:lstStyle/>
          <a:p>
            <a:r>
              <a:rPr lang="en-US" dirty="0"/>
              <a:t>Dashboard-Shows active , completed incidents and provides quick system overview</a:t>
            </a:r>
          </a:p>
          <a:p>
            <a:r>
              <a:rPr lang="en-US" dirty="0"/>
              <a:t>Dispatch Form-Registers emergency incidents </a:t>
            </a:r>
          </a:p>
          <a:p>
            <a:r>
              <a:rPr lang="en-US" dirty="0"/>
              <a:t>Ambulance Management-Maintains ambulance records and Tracks Availability</a:t>
            </a:r>
          </a:p>
          <a:p>
            <a:r>
              <a:rPr lang="en-US" dirty="0"/>
              <a:t>Crew Assignment-Assigns drivers and paramedics</a:t>
            </a:r>
          </a:p>
          <a:p>
            <a:r>
              <a:rPr lang="en-US" dirty="0"/>
              <a:t>Status Tracker-Updates emergency response stages</a:t>
            </a:r>
          </a:p>
          <a:p>
            <a:pPr marL="0" indent="0">
              <a:buNone/>
            </a:pPr>
            <a:endParaRPr lang="en-IN" dirty="0"/>
          </a:p>
        </p:txBody>
      </p:sp>
    </p:spTree>
    <p:extLst>
      <p:ext uri="{BB962C8B-B14F-4D97-AF65-F5344CB8AC3E}">
        <p14:creationId xmlns:p14="http://schemas.microsoft.com/office/powerpoint/2010/main" val="1000142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11CA9-C2F7-194E-E952-2E221977DE13}"/>
              </a:ext>
            </a:extLst>
          </p:cNvPr>
          <p:cNvSpPr>
            <a:spLocks noGrp="1"/>
          </p:cNvSpPr>
          <p:nvPr>
            <p:ph type="title"/>
          </p:nvPr>
        </p:nvSpPr>
        <p:spPr/>
        <p:txBody>
          <a:bodyPr/>
          <a:lstStyle/>
          <a:p>
            <a:r>
              <a:rPr lang="en-US" dirty="0"/>
              <a:t>Key Features</a:t>
            </a:r>
            <a:br>
              <a:rPr lang="en-US" dirty="0"/>
            </a:br>
            <a:endParaRPr lang="en-IN" dirty="0"/>
          </a:p>
        </p:txBody>
      </p:sp>
      <p:sp>
        <p:nvSpPr>
          <p:cNvPr id="3" name="Content Placeholder 2">
            <a:extLst>
              <a:ext uri="{FF2B5EF4-FFF2-40B4-BE49-F238E27FC236}">
                <a16:creationId xmlns:a16="http://schemas.microsoft.com/office/drawing/2014/main" id="{370FEE27-054F-1B75-ECE7-59F3B5BDF0A4}"/>
              </a:ext>
            </a:extLst>
          </p:cNvPr>
          <p:cNvSpPr>
            <a:spLocks noGrp="1"/>
          </p:cNvSpPr>
          <p:nvPr>
            <p:ph idx="1"/>
          </p:nvPr>
        </p:nvSpPr>
        <p:spPr/>
        <p:txBody>
          <a:bodyPr/>
          <a:lstStyle/>
          <a:p>
            <a:r>
              <a:rPr lang="en-US" dirty="0"/>
              <a:t>Emergency Incident Registration• Ambulance Allocation</a:t>
            </a:r>
          </a:p>
          <a:p>
            <a:r>
              <a:rPr lang="en-US" dirty="0"/>
              <a:t> Crew Assignment</a:t>
            </a:r>
          </a:p>
          <a:p>
            <a:r>
              <a:rPr lang="en-US" dirty="0"/>
              <a:t> Real-Time Status Tracking</a:t>
            </a:r>
          </a:p>
          <a:p>
            <a:r>
              <a:rPr lang="en-US" dirty="0"/>
              <a:t>Fleet Management</a:t>
            </a:r>
          </a:p>
          <a:p>
            <a:r>
              <a:rPr lang="en-US" dirty="0"/>
              <a:t> Incident Record Maintenance</a:t>
            </a:r>
          </a:p>
          <a:p>
            <a:r>
              <a:rPr lang="en-US" dirty="0"/>
              <a:t> Dashboard Monitoring</a:t>
            </a:r>
          </a:p>
          <a:p>
            <a:r>
              <a:rPr lang="en-US" dirty="0"/>
              <a:t>Local Storage Data Persistence</a:t>
            </a:r>
            <a:endParaRPr lang="en-IN" dirty="0"/>
          </a:p>
        </p:txBody>
      </p:sp>
    </p:spTree>
    <p:extLst>
      <p:ext uri="{BB962C8B-B14F-4D97-AF65-F5344CB8AC3E}">
        <p14:creationId xmlns:p14="http://schemas.microsoft.com/office/powerpoint/2010/main" val="3819168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F3747-176A-AE82-8245-A7B9BCCEB4EB}"/>
              </a:ext>
            </a:extLst>
          </p:cNvPr>
          <p:cNvSpPr>
            <a:spLocks noGrp="1"/>
          </p:cNvSpPr>
          <p:nvPr>
            <p:ph type="title"/>
          </p:nvPr>
        </p:nvSpPr>
        <p:spPr/>
        <p:txBody>
          <a:bodyPr/>
          <a:lstStyle/>
          <a:p>
            <a:r>
              <a:rPr lang="en-US" dirty="0"/>
              <a:t>Code Screenshots</a:t>
            </a:r>
            <a:endParaRPr lang="en-IN" dirty="0"/>
          </a:p>
        </p:txBody>
      </p:sp>
      <p:pic>
        <p:nvPicPr>
          <p:cNvPr id="5" name="Content Placeholder 4">
            <a:extLst>
              <a:ext uri="{FF2B5EF4-FFF2-40B4-BE49-F238E27FC236}">
                <a16:creationId xmlns:a16="http://schemas.microsoft.com/office/drawing/2014/main" id="{877607DD-E83A-006C-81C9-6630DFD71644}"/>
              </a:ext>
            </a:extLst>
          </p:cNvPr>
          <p:cNvPicPr>
            <a:picLocks noGrp="1" noChangeAspect="1"/>
          </p:cNvPicPr>
          <p:nvPr>
            <p:ph idx="1"/>
          </p:nvPr>
        </p:nvPicPr>
        <p:blipFill>
          <a:blip r:embed="rId2"/>
          <a:stretch>
            <a:fillRect/>
          </a:stretch>
        </p:blipFill>
        <p:spPr>
          <a:xfrm>
            <a:off x="2592925" y="2223541"/>
            <a:ext cx="4242590" cy="3778250"/>
          </a:xfrm>
          <a:prstGeom prst="rect">
            <a:avLst/>
          </a:prstGeom>
        </p:spPr>
      </p:pic>
      <p:pic>
        <p:nvPicPr>
          <p:cNvPr id="7" name="Picture 6">
            <a:extLst>
              <a:ext uri="{FF2B5EF4-FFF2-40B4-BE49-F238E27FC236}">
                <a16:creationId xmlns:a16="http://schemas.microsoft.com/office/drawing/2014/main" id="{73418AFD-0AE8-26CA-9E70-F2B28CAEACF3}"/>
              </a:ext>
            </a:extLst>
          </p:cNvPr>
          <p:cNvPicPr>
            <a:picLocks noChangeAspect="1"/>
          </p:cNvPicPr>
          <p:nvPr/>
        </p:nvPicPr>
        <p:blipFill>
          <a:blip r:embed="rId3"/>
          <a:stretch>
            <a:fillRect/>
          </a:stretch>
        </p:blipFill>
        <p:spPr>
          <a:xfrm>
            <a:off x="7141553" y="2223541"/>
            <a:ext cx="4363059" cy="3778249"/>
          </a:xfrm>
          <a:prstGeom prst="rect">
            <a:avLst/>
          </a:prstGeom>
        </p:spPr>
      </p:pic>
    </p:spTree>
    <p:extLst>
      <p:ext uri="{BB962C8B-B14F-4D97-AF65-F5344CB8AC3E}">
        <p14:creationId xmlns:p14="http://schemas.microsoft.com/office/powerpoint/2010/main" val="44016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458523-1654-C5DA-E353-DBA61C6D1321}"/>
              </a:ext>
            </a:extLst>
          </p:cNvPr>
          <p:cNvPicPr>
            <a:picLocks noChangeAspect="1"/>
          </p:cNvPicPr>
          <p:nvPr/>
        </p:nvPicPr>
        <p:blipFill>
          <a:blip r:embed="rId2"/>
          <a:stretch>
            <a:fillRect/>
          </a:stretch>
        </p:blipFill>
        <p:spPr>
          <a:xfrm>
            <a:off x="1334126" y="719528"/>
            <a:ext cx="5351487" cy="5980229"/>
          </a:xfrm>
          <a:prstGeom prst="rect">
            <a:avLst/>
          </a:prstGeom>
        </p:spPr>
      </p:pic>
      <p:pic>
        <p:nvPicPr>
          <p:cNvPr id="5" name="Picture 4">
            <a:extLst>
              <a:ext uri="{FF2B5EF4-FFF2-40B4-BE49-F238E27FC236}">
                <a16:creationId xmlns:a16="http://schemas.microsoft.com/office/drawing/2014/main" id="{A33FC5DE-1B2D-4AC5-5DF9-B9290EDD38AE}"/>
              </a:ext>
            </a:extLst>
          </p:cNvPr>
          <p:cNvPicPr>
            <a:picLocks noChangeAspect="1"/>
          </p:cNvPicPr>
          <p:nvPr/>
        </p:nvPicPr>
        <p:blipFill>
          <a:blip r:embed="rId3"/>
          <a:stretch>
            <a:fillRect/>
          </a:stretch>
        </p:blipFill>
        <p:spPr>
          <a:xfrm>
            <a:off x="7090348" y="831538"/>
            <a:ext cx="4761705" cy="5868219"/>
          </a:xfrm>
          <a:prstGeom prst="rect">
            <a:avLst/>
          </a:prstGeom>
        </p:spPr>
      </p:pic>
    </p:spTree>
    <p:extLst>
      <p:ext uri="{BB962C8B-B14F-4D97-AF65-F5344CB8AC3E}">
        <p14:creationId xmlns:p14="http://schemas.microsoft.com/office/powerpoint/2010/main" val="1044603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99D63F-BF39-2699-008E-83633FCE13CE}"/>
              </a:ext>
            </a:extLst>
          </p:cNvPr>
          <p:cNvPicPr>
            <a:picLocks noChangeAspect="1"/>
          </p:cNvPicPr>
          <p:nvPr/>
        </p:nvPicPr>
        <p:blipFill>
          <a:blip r:embed="rId2"/>
          <a:stretch>
            <a:fillRect/>
          </a:stretch>
        </p:blipFill>
        <p:spPr>
          <a:xfrm>
            <a:off x="1662160" y="696041"/>
            <a:ext cx="3801005" cy="3261363"/>
          </a:xfrm>
          <a:prstGeom prst="rect">
            <a:avLst/>
          </a:prstGeom>
        </p:spPr>
      </p:pic>
      <p:pic>
        <p:nvPicPr>
          <p:cNvPr id="5" name="Picture 4">
            <a:extLst>
              <a:ext uri="{FF2B5EF4-FFF2-40B4-BE49-F238E27FC236}">
                <a16:creationId xmlns:a16="http://schemas.microsoft.com/office/drawing/2014/main" id="{A6DE3C97-68FA-1206-29F8-FB8F10274FAB}"/>
              </a:ext>
            </a:extLst>
          </p:cNvPr>
          <p:cNvPicPr>
            <a:picLocks noChangeAspect="1"/>
          </p:cNvPicPr>
          <p:nvPr/>
        </p:nvPicPr>
        <p:blipFill>
          <a:blip r:embed="rId3"/>
          <a:stretch>
            <a:fillRect/>
          </a:stretch>
        </p:blipFill>
        <p:spPr>
          <a:xfrm>
            <a:off x="6399475" y="865987"/>
            <a:ext cx="4828157" cy="3477110"/>
          </a:xfrm>
          <a:prstGeom prst="rect">
            <a:avLst/>
          </a:prstGeom>
        </p:spPr>
      </p:pic>
    </p:spTree>
    <p:extLst>
      <p:ext uri="{BB962C8B-B14F-4D97-AF65-F5344CB8AC3E}">
        <p14:creationId xmlns:p14="http://schemas.microsoft.com/office/powerpoint/2010/main" val="747206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83DC-55E3-4DA3-88A7-391EC44CB9F0}"/>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F35F6497-288C-CB65-021C-E381B9EFCA48}"/>
              </a:ext>
            </a:extLst>
          </p:cNvPr>
          <p:cNvSpPr>
            <a:spLocks noGrp="1"/>
          </p:cNvSpPr>
          <p:nvPr>
            <p:ph idx="1"/>
          </p:nvPr>
        </p:nvSpPr>
        <p:spPr/>
        <p:txBody>
          <a:bodyPr/>
          <a:lstStyle/>
          <a:p>
            <a:pPr marL="0" indent="0">
              <a:buNone/>
            </a:pPr>
            <a:r>
              <a:rPr lang="en-US" dirty="0" err="1"/>
              <a:t>RescueLink</a:t>
            </a:r>
            <a:r>
              <a:rPr lang="en-US" dirty="0"/>
              <a:t> – Ambulance Dispatch &amp; Tracking System successfully provides a centralized platform for managing emergency response operations. The system streamlines ambulance allocation, crew assignment, incident tracking, and status monitoring through an intuitive and user-friendly interface. By integrating multiple management modules into a single application, Rescue Link improves operational efficiency, reduces response delays, and ensures better coordination during emergencies. The project demonstrates the effective use of React.js, Bootstrap, and Local Storage in developing a practical healthcare management solution.</a:t>
            </a:r>
            <a:endParaRPr lang="en-IN" dirty="0"/>
          </a:p>
        </p:txBody>
      </p:sp>
    </p:spTree>
    <p:extLst>
      <p:ext uri="{BB962C8B-B14F-4D97-AF65-F5344CB8AC3E}">
        <p14:creationId xmlns:p14="http://schemas.microsoft.com/office/powerpoint/2010/main" val="311160720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54</TotalTime>
  <Words>410</Words>
  <Application>Microsoft Office PowerPoint</Application>
  <PresentationFormat>Widescreen</PresentationFormat>
  <Paragraphs>36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Wisp</vt:lpstr>
      <vt:lpstr>Rescue Link – Ambulance Dispatch And Tracking</vt:lpstr>
      <vt:lpstr>Problem Statement</vt:lpstr>
      <vt:lpstr>Proposed Solution</vt:lpstr>
      <vt:lpstr>Technologies used</vt:lpstr>
      <vt:lpstr>System Architecture</vt:lpstr>
      <vt:lpstr>Modules Implemented</vt:lpstr>
      <vt:lpstr>Key Features </vt:lpstr>
      <vt:lpstr>Code Screenshots</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yerrapragadacharansai@gmail.com</dc:creator>
  <cp:lastModifiedBy>yerrapragadacharansai@gmail.com</cp:lastModifiedBy>
  <cp:revision>1</cp:revision>
  <dcterms:created xsi:type="dcterms:W3CDTF">2026-06-18T15:35:34Z</dcterms:created>
  <dcterms:modified xsi:type="dcterms:W3CDTF">2026-06-18T16:31:43Z</dcterms:modified>
</cp:coreProperties>
</file>